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brexify.up.railway.app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Brex?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Brex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AI output over spend &amp; cash flow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burn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Software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AI &amp;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/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Brexify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Brexify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financial-correctness harness for Brex spend that scores every transaction for fraud, replays policy, and tie-out-verifies every number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— so Brex can scale autonomous finance agents without the risk of approving a fraudulent charge.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brexify.up.railway.app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spend policy and accounting identities at the decision layer, the harness catches fraud, duplicate invoices, and policy violations before money moves — the integrity Brex needs to let agents act on real dollars.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Policy +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spend within limit · books tie out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Enforced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Three-way match · duplicate &amp; bank-change detection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Calibrated Brex tenant · fraud ROC-AUC 0.89+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Card + Cash + ERP: exactly how they connect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Brex Assistant’s real job is unifying card spend, cash, and the GL into one ledger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Books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GL · ERP (NetSuite)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Brex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 · Brex Cash · AP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Brexify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scores every txn · replays policy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GL?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close-ready &amp; audit-ready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synthetic Brex tenant is calibrated to realistic spend — fraud, policy, and tie-out all proven on it.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Card + AP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Fraud rings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shared-card collusion the static rules miss.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Policy leakage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replay a new policy over history, see the $ impact.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Duplicate &amp; bank-change AP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stopped before Bill Pay sends a cent.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Cash + Credit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runway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do-operator what-ifs, not a re-plotted trend.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Idle-cash yield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Brex Cash sweep opportunity, quantified.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Underwriting &amp; limits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a PD model recommends the credit line.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scores a charge proves the books tie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Brex Assistant act on real spend.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cash-flow &amp; runway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cash-flow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BREX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Brex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make spend &amp; cash flow AI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